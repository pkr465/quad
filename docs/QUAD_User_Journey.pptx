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91295" y="4572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253DC"/>
                </a:solidFill>
                <a:latin typeface="Calibri Light"/>
              </a:defRPr>
            </a:pPr>
            <a:r>
              <a:t>QUALCOMM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2D2D2D"/>
                </a:solidFill>
                <a:latin typeface="Calibri Light"/>
              </a:defRPr>
            </a:pPr>
            <a:r>
              <a:t>QUAD 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3253DC"/>
                </a:solidFill>
                <a:latin typeface="Calibri"/>
              </a:defRPr>
            </a:pPr>
            <a:r>
              <a:t>From Zero to NPU Inference in 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6B6B6B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43600"/>
            <a:ext cx="3657600" cy="914400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1: Discover QUAD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Developer finds QUAD via: GitHub, Qualcomm DevRel, Claude Code marketplace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First impression: README with clear value proposition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"One platform for all Qualcomm silicon"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Unified SDK for NPU, GPU, DSP across mobile, PC, IoT, automotive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2: Install (One Command)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./install.sh — installs everything in 3 minutes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What happens: Python venv, QUAD package, SDK download, VS Code setup, tests verified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Result: 2002 tests pass, Claude Code auto-detects MCP server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No manual SDK download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840480" cy="32004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74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D93F9"/>
                </a:solidFill>
                <a:latin typeface="Consolas"/>
              </a:defRPr>
            </a:pPr>
            <a:r>
              <a:t>$ ./install.sh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Python venv created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QUAD installed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QNN SDK downloaded</a:t>
            </a:r>
          </a:p>
          <a:p>
            <a:pPr>
              <a:defRPr sz="1200">
                <a:solidFill>
                  <a:srgbClr val="50FA7B"/>
                </a:solidFill>
                <a:latin typeface="Consolas"/>
              </a:defRPr>
            </a:pPr>
            <a:r>
              <a:t>✓ 2002 tests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3: Configure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configure — interactive wizard asks 5 questions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Outputs: quad.toml (paths) + .env (secrets)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Or: mock mode works with ZERO configuration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Automatic detection of installed SDKs and devices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4: First Inference — &lt; 5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quickstart — guided wizard: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1. Detects hardware (Snapdragon X Elite NPU @ 45 TOPS)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2. Compiles sample model (ONNX → QNN)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3. Profiles (latency: 5ms, power: 2W)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4. Generates inference code (C++/Python/Kotlin)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253DC"/>
                </a:solidFill>
                <a:latin typeface="Calibri"/>
              </a:defRPr>
            </a:pPr>
            <a:r>
              <a:t>Time from install to running inference: &lt; 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5: Build Your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Convert:  quad compile model.onnx --targets all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Optimize: quad optimize --quantization int8 --power-budget 5W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Profile:  quad profile --level deep (roofline + power + memory)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Generate: quad generate --platform android --language kotlin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6: Talk to QUAD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Natural language in Claude Code: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"Convert my model to INT8 and deploy to the phone"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"Profile power on NPU vs GPU — use QPM3 when available"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"List models, fetch the latest mobilenetv2 from the registry"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5 MCP tools auto-registered — zero config in Claude Code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Every returned metric carries a provenance tag (measured/estimated/not_measured)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7: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./deploy.sh model.onnx --runtime dsp --quantize int8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1: Convert → DLC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2: SCP to device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3: snpe-net-run on target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600">
                <a:solidFill>
                  <a:srgbClr val="6B6B6B"/>
                </a:solidFill>
                <a:latin typeface="Calibri"/>
              </a:defRPr>
            </a:pPr>
            <a:r>
              <a:t>Step 4: Retrieve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3253DC"/>
                </a:solidFill>
                <a:latin typeface="Calibri"/>
              </a:defRPr>
            </a:pPr>
            <a:r>
              <a:t>Supports: Windows (local), Linux (SSH), Android (ADB), Qualcomm IoT (RB3 Gen 2 / RB5)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8: Serve in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Serve: ModelServer with dynamic batching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serve --models ./repo/ --port 8080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Health checks, metrics (Prometheus), model hot-swap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Power-budget-aware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9: Scale &amp; Optimize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PSNPE: parallel inference across NPU cores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Custom kernels: @quad.kernel Python DSL → Hexagon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Multi-model pipelines (detection + classification + segmentation)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IoT fleet rollout: QCS6490 / QCS8550 / RB3 Gen 2 / RB5 — see docs/IOT_DEPENDENCIES.xlsx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OTA via Mender / RAUC; MQTT + CoAP + LwM2M telemetry to AWS / Azure IoT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Step 10: Join the Community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QUAD Academy: free courses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Certification: "Qualcomm AI Developer Certified"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Hackathons, Discord, StackOverflow tag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1800">
                <a:solidFill>
                  <a:srgbClr val="2D2D2D"/>
                </a:solidFill>
                <a:latin typeface="Calibri"/>
              </a:defRPr>
            </a:pPr>
            <a:r>
              <a:t>Open-source samples (50+ on GitHub)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D2D2D"/>
                </a:solidFill>
                <a:latin typeface="Calibri Light"/>
              </a:defRPr>
            </a:pPr>
            <a:r>
              <a:t>The Complete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6576"/>
          </a:xfrm>
          <a:prstGeom prst="rect">
            <a:avLst/>
          </a:prstGeom>
          <a:solidFill>
            <a:srgbClr val="325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1. 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2.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3. Configure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011680"/>
            <a:ext cx="1828800" cy="1097280"/>
          </a:xfrm>
          <a:prstGeom prst="roundRect">
            <a:avLst/>
          </a:prstGeom>
          <a:solidFill>
            <a:srgbClr val="3253DC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First</a:t>
            </a:r>
            <a:br/>
            <a:r>
              <a:t>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4688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0116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5. Develop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6.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7.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8. 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9.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29768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253D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3840480"/>
            <a:ext cx="1828800" cy="1097280"/>
          </a:xfrm>
          <a:prstGeom prst="roundRect">
            <a:avLst/>
          </a:prstGeom>
          <a:solidFill>
            <a:srgbClr val="E8EBF7"/>
          </a:solidFill>
          <a:ln w="19050">
            <a:solidFill>
              <a:srgbClr val="325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10. Community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3108960"/>
            <a:ext cx="914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253DC"/>
                </a:solidFill>
                <a:latin typeface="Calibri"/>
              </a:defRPr>
            </a:pPr>
            <a:r>
              <a:t>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53DC"/>
                </a:solidFill>
                <a:latin typeface="Consolas"/>
              </a:defRPr>
            </a:pPr>
            <a:r>
              <a:t>pip install qualcomm-ai-toolkit &amp;&amp; quad quickstart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52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2D2D2D"/>
                </a:solidFill>
                <a:latin typeface="Calibri"/>
              </a:defRPr>
            </a:pPr>
            <a:r>
              <a:t>From discovery to production in one platform.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6B6B"/>
                </a:solidFill>
                <a:latin typeface="Calibr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