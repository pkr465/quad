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8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16" d="100"/>
          <a:sy n="116" d="100"/>
        </p:scale>
        <p:origin x="8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3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7200" b="1">
                <a:solidFill>
                  <a:srgbClr val="FFFFFF"/>
                </a:solidFill>
                <a:latin typeface="Calibri"/>
              </a:defRPr>
            </a:pPr>
            <a:r>
              <a:t>QUAD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0">
                <a:solidFill>
                  <a:srgbClr val="AABBFF"/>
                </a:solidFill>
                <a:latin typeface="Calibri"/>
              </a:defRPr>
            </a:pPr>
            <a:r>
              <a:t>Qualcomm Unified Agent for Developers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CCDDFF"/>
                </a:solidFill>
                <a:latin typeface="Calibri"/>
              </a:defRPr>
            </a:pPr>
            <a:r>
              <a:rPr dirty="0"/>
              <a:t>The </a:t>
            </a:r>
            <a:r>
              <a:rPr lang="en-US" dirty="0"/>
              <a:t>CUDA Killer</a:t>
            </a:r>
            <a:r>
              <a:rPr dirty="0"/>
              <a:t> </a:t>
            </a:r>
            <a:r>
              <a:rPr lang="en-US" dirty="0"/>
              <a:t>from</a:t>
            </a:r>
            <a:r>
              <a:rPr dirty="0"/>
              <a:t> Qualcomm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02920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8899CC"/>
                </a:solidFill>
                <a:latin typeface="Calibri"/>
              </a:defRPr>
            </a:pPr>
            <a:r>
              <a:t>Executive Pitch  |  May 2026  |  Qualcomm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The Problem</a:t>
            </a:r>
          </a:p>
          <a:p>
            <a:pPr>
              <a:defRPr sz="1600">
                <a:solidFill>
                  <a:srgbClr val="CCDDFF"/>
                </a:solidFill>
              </a:defRPr>
            </a:pPr>
            <a:r>
              <a:t>Developer Friction is Killing Qualcomm Adoption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2/13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>
                <a:solidFill>
                  <a:srgbClr val="1A237E"/>
                </a:solidFill>
                <a:latin typeface="Calibri"/>
              </a:rPr>
              <a:t>SDK Sprawl</a:t>
            </a:r>
            <a:r>
              <a:rPr sz="1600">
                <a:solidFill>
                  <a:srgbClr val="2D2D2D"/>
                </a:solidFill>
              </a:rPr>
              <a:t>  —  5 SDKs (QNN, SNPE, Hexagon, Adreno, AIMET) — separate install, API, docs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1A237E"/>
                </a:solidFill>
                <a:latin typeface="Calibri"/>
              </a:rPr>
              <a:t>Manual Profiling</a:t>
            </a:r>
            <a:r>
              <a:rPr sz="1600">
                <a:solidFill>
                  <a:srgbClr val="2D2D2D"/>
                </a:solidFill>
              </a:rPr>
              <a:t>  —  Launch 3+ profiling tools separately for CPU/GPU/NPU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1A237E"/>
                </a:solidFill>
                <a:latin typeface="Calibri"/>
              </a:rPr>
              <a:t>Platform Fragmentation</a:t>
            </a:r>
            <a:r>
              <a:rPr sz="1600">
                <a:solidFill>
                  <a:srgbClr val="2D2D2D"/>
                </a:solidFill>
              </a:rPr>
              <a:t>  —  Different workflows per chipset (Windows vs Android vs IoT)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1A237E"/>
                </a:solidFill>
                <a:latin typeface="Calibri"/>
              </a:rPr>
              <a:t>Days-Long Setup</a:t>
            </a:r>
            <a:r>
              <a:rPr sz="1600">
                <a:solidFill>
                  <a:srgbClr val="2D2D2D"/>
                </a:solidFill>
              </a:rPr>
              <a:t>  —  TTFI takes days due to environment configuration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The Solution</a:t>
            </a:r>
          </a:p>
          <a:p>
            <a:pPr>
              <a:defRPr sz="1600">
                <a:solidFill>
                  <a:srgbClr val="CCDDFF"/>
                </a:solidFill>
              </a:defRPr>
            </a:pPr>
            <a:r>
              <a:t>One Platform. All Qualcomm Silicon.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3/13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3736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CUDA Equivalent</a:t>
                      </a:r>
                    </a:p>
                  </a:txBody>
                  <a:tcPr>
                    <a:solidFill>
                      <a:srgbClr val="325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 — DevX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CLI + IDE + AI Agent (MCP)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 (unique)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 — Serve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Inference Server + Model Zoo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Triton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 — Optimizer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Graph Fusion + Quantization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TensorRT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 — Libraries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QualcommDNN + QualcommBLAS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cuDNN + cuBLAS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 — Runtime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Device + Tensor + Model +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CUDA Runtime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 — Compiler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QUAD IR + Portable Binary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nvcc + PTX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 — Hardware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CPU + GPU + NPU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GPU only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Why Now</a:t>
            </a:r>
          </a:p>
          <a:p>
            <a:pPr>
              <a:defRPr sz="1600">
                <a:solidFill>
                  <a:srgbClr val="CCDDFF"/>
                </a:solidFill>
              </a:defRPr>
            </a:pPr>
            <a:r>
              <a:t>The Market Window is Open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4/13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1">
                <a:solidFill>
                  <a:srgbClr val="1A237E"/>
                </a:solidFill>
                <a:latin typeface="Calibri"/>
              </a:rPr>
              <a:t>45 TOPS NPUs</a:t>
            </a:r>
            <a:r>
              <a:rPr sz="1800">
                <a:solidFill>
                  <a:srgbClr val="2D2D2D"/>
                </a:solidFill>
              </a:rPr>
              <a:t>  —  Match data center accelerators for inference workloads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1A237E"/>
                </a:solidFill>
                <a:latin typeface="Calibri"/>
              </a:rPr>
              <a:t>On-Device AI Explosion</a:t>
            </a:r>
            <a:r>
              <a:rPr sz="1800">
                <a:solidFill>
                  <a:srgbClr val="2D2D2D"/>
                </a:solidFill>
              </a:rPr>
              <a:t>  —  Privacy + latency + offline → Qualcomm owns this space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1A237E"/>
                </a:solidFill>
                <a:latin typeface="Calibri"/>
              </a:rPr>
              <a:t>NVIDIA Has No Edge</a:t>
            </a:r>
            <a:r>
              <a:rPr sz="1800">
                <a:solidFill>
                  <a:srgbClr val="2D2D2D"/>
                </a:solidFill>
              </a:rPr>
              <a:t>  —  But developers still default to CUDA due to tooling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A237E"/>
                </a:solidFill>
                <a:latin typeface="Calibri"/>
              </a:defRPr>
            </a:pPr>
            <a:r>
              <a:t>"Qualcomm ships 3+ BILLION SoCs/year. CUDA reaches millions. QUAD reaches billions."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rPr dirty="0"/>
              <a:t>What We Built</a:t>
            </a:r>
            <a:r>
              <a:rPr lang="en-US" dirty="0"/>
              <a:t> So FAR</a:t>
            </a:r>
            <a:endParaRPr dirty="0"/>
          </a:p>
          <a:p>
            <a:pPr>
              <a:defRPr sz="1600">
                <a:solidFill>
                  <a:srgbClr val="CCDDFF"/>
                </a:solidFill>
              </a:defRPr>
            </a:pPr>
            <a:r>
              <a:rPr dirty="0"/>
              <a:t>Feature-Complete Platform (Mock Mode)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5/13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3253DC"/>
                </a:solidFill>
                <a:latin typeface="Calibri"/>
              </a:defRPr>
            </a:pPr>
            <a:r>
              <a:t>2002 Tests  |  120+ Modules  |  30+ Templates  |  25,000+ Lines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7531310"/>
              </p:ext>
            </p:extLst>
          </p:nvPr>
        </p:nvGraphicFramePr>
        <p:xfrm>
          <a:off x="731520" y="228600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25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Runtime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Compiler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Libraries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Optimizer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Profiler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Kernels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Serve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CLI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PSNPE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Adapters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Platforms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Codegen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dirty="0"/>
                        <a:t>Utils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Where QUAD Wins</a:t>
            </a:r>
          </a:p>
          <a:p>
            <a:pPr>
              <a:defRPr sz="1600">
                <a:solidFill>
                  <a:srgbClr val="CCDDFF"/>
                </a:solidFill>
              </a:defRPr>
            </a:pPr>
            <a:r>
              <a:t>vs NVIDIA CUDA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6/13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3736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CUDA</a:t>
                      </a: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QUAD</a:t>
                      </a:r>
                    </a:p>
                  </a:txBody>
                  <a:tcPr>
                    <a:solidFill>
                      <a:srgbClr val="325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Data center / HPC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Edge / Mobile / AI PC / IoT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Compute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GPU only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CPU + GPU + NPU (heterogeneous)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300-700W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1-15W (20x better perf/watt)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Scale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Millions of GPUs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Billions of SoCs worldwide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Differentiator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Raw throughput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Performance-per-watt + AI agent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Developer UX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Manual SDK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Natural language (MCP)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What CUDA Can Never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7/13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>
                <a:solidFill>
                  <a:srgbClr val="1A237E"/>
                </a:solidFill>
                <a:latin typeface="Calibri"/>
              </a:rPr>
              <a:t>Power-Aware Computing</a:t>
            </a:r>
            <a:r>
              <a:rPr sz="1600">
                <a:solidFill>
                  <a:srgbClr val="2D2D2D"/>
                </a:solidFill>
              </a:rPr>
              <a:t>  —  Every API accepts power budget. Battery life is a feature.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1A237E"/>
                </a:solidFill>
                <a:latin typeface="Calibri"/>
              </a:rPr>
              <a:t>AI Agent (MCP)</a:t>
            </a:r>
            <a:r>
              <a:rPr sz="1600">
                <a:solidFill>
                  <a:srgbClr val="2D2D2D"/>
                </a:solidFill>
              </a:rPr>
              <a:t>  —  "Convert to INT8 and deploy to phone" → production code in seconds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1A237E"/>
                </a:solidFill>
                <a:latin typeface="Calibri"/>
              </a:rPr>
              <a:t>Heterogeneous Orchestration</a:t>
            </a:r>
            <a:r>
              <a:rPr sz="1600">
                <a:solidFill>
                  <a:srgbClr val="2D2D2D"/>
                </a:solidFill>
              </a:rPr>
              <a:t>  —  CPU+GPU+NPU allocation in one call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1A237E"/>
                </a:solidFill>
                <a:latin typeface="Calibri"/>
              </a:rPr>
              <a:t>Edge-Native</a:t>
            </a:r>
            <a:r>
              <a:rPr sz="1600">
                <a:solidFill>
                  <a:srgbClr val="2D2D2D"/>
                </a:solidFill>
              </a:rPr>
              <a:t>  —  Designed for 1-15W with thermal-aware scheduling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Success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8/13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3736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Timeline</a:t>
                      </a:r>
                    </a:p>
                  </a:txBody>
                  <a:tcPr>
                    <a:solidFill>
                      <a:srgbClr val="325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TTFI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&lt; 5 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Q3 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Developer NPS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≥ 60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Q4 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pip install → inference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Q2 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StackOverflow questions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&gt; 1,000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Q4 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Model 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100+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Q3 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Enterprise deployments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≥ 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Q1 2027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9/13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1">
                <a:solidFill>
                  <a:srgbClr val="1A237E"/>
                </a:solidFill>
                <a:latin typeface="Calibri"/>
              </a:rPr>
              <a:t>1. SDK Documentation</a:t>
            </a:r>
            <a:r>
              <a:rPr sz="1800">
                <a:solidFill>
                  <a:srgbClr val="2D2D2D"/>
                </a:solidFill>
              </a:rPr>
              <a:t>  —  Unblocks real adapter in 2-3 days per SDK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1A237E"/>
                </a:solidFill>
                <a:latin typeface="Calibri"/>
              </a:rPr>
              <a:t>2. Hardware (4 device classes)  —  Snapdragon X Elite, Snapdragon 8 Elite, Arduino UNO Q, Qualcomm IoT SoC kit (RB3 Gen 2 / RB5 / QCS6490)</a:t>
            </a:r>
            <a:r>
              <a:rPr sz="1800">
                <a:solidFill>
                  <a:srgbClr val="2D2D2D"/>
                </a:solidFill>
              </a:rPr>
              <a:t/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1A237E"/>
                </a:solidFill>
                <a:latin typeface="Calibri"/>
              </a:rPr>
              <a:t>3. Engineering (12-15 people)</a:t>
            </a:r>
            <a:r>
              <a:rPr sz="1800">
                <a:solidFill>
                  <a:srgbClr val="2D2D2D"/>
                </a:solidFill>
              </a:rPr>
              <a:t>  —  12 months to CUDA parity; differentiators from Day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888888"/>
                </a:solidFill>
                <a:latin typeface="Calibri"/>
              </a:defRPr>
            </a:pPr>
            <a:r>
              <a:t>Phase 1 (now): SDK docs → real adapter  |  Phase 2: expand team  |  Phase 3: community launch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Live Demo Available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10/13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900" b="1">
                <a:solidFill>
                  <a:srgbClr val="1A237E"/>
                </a:solidFill>
                <a:latin typeface="Calibri"/>
              </a:rPr>
              <a:t>Mock Mode (today)  —  ./install.sh → 2002 tests pass, all tools functional</a:t>
            </a:r>
            <a:r>
              <a:rPr sz="1700">
                <a:solidFill>
                  <a:srgbClr val="2D2D2D"/>
                </a:solidFill>
              </a:rPr>
              <a:t/>
            </a:r>
          </a:p>
          <a:p>
            <a:pPr>
              <a:spcAft>
                <a:spcPts val="1600"/>
              </a:spcAft>
            </a:pPr>
            <a:r>
              <a:rPr sz="1900" b="1">
                <a:solidFill>
                  <a:srgbClr val="1A237E"/>
                </a:solidFill>
                <a:latin typeface="Calibri"/>
              </a:rPr>
              <a:t>Claude Code</a:t>
            </a:r>
            <a:r>
              <a:rPr sz="1700">
                <a:solidFill>
                  <a:srgbClr val="2D2D2D"/>
                </a:solidFill>
              </a:rPr>
              <a:t>  —  Open project → QUAD MCP auto-detected → natural language AI</a:t>
            </a:r>
          </a:p>
          <a:p>
            <a:pPr>
              <a:spcAft>
                <a:spcPts val="1600"/>
              </a:spcAft>
            </a:pPr>
            <a:r>
              <a:rPr sz="1900" b="1">
                <a:solidFill>
                  <a:srgbClr val="1A237E"/>
                </a:solidFill>
                <a:latin typeface="Calibri"/>
              </a:rPr>
              <a:t>Full Pipeline</a:t>
            </a:r>
            <a:r>
              <a:rPr sz="1700">
                <a:solidFill>
                  <a:srgbClr val="2D2D2D"/>
                </a:solidFill>
              </a:rPr>
              <a:t>  —  quad quickstart → detect → compile → profile → generate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7548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007BC0"/>
                </a:solidFill>
                <a:latin typeface="Calibri"/>
              </a:defRPr>
            </a:pPr>
            <a:r>
              <a:t>git clone git@github.qualcomm.com:pavanr/QUAD.git &amp;&amp; cd QUAD</a:t>
            </a:r>
          </a:p>
          <a:p>
            <a:pPr>
              <a:spcAft>
                <a:spcPts val="1200"/>
              </a:spcAft>
              <a:defRPr sz="1400" b="0">
                <a:solidFill>
                  <a:srgbClr val="007BC0"/>
                </a:solidFill>
                <a:latin typeface="Calibri"/>
              </a:defRPr>
            </a:pPr>
            <a:r>
              <a:t>./install.sh &amp;&amp; source activate.sh &amp;&amp; quad quickstart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11/13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1A237E"/>
                </a:solidFill>
                <a:latin typeface="Calibri"/>
              </a:defRPr>
            </a:pPr>
            <a:r>
              <a:t>3 billion Qualcomm SoCs per year.</a:t>
            </a:r>
          </a:p>
          <a:p>
            <a:pPr>
              <a:spcAft>
                <a:spcPts val="1200"/>
              </a:spcAft>
              <a:defRPr sz="2400" b="1">
                <a:solidFill>
                  <a:srgbClr val="1A237E"/>
                </a:solidFill>
                <a:latin typeface="Calibri"/>
              </a:defRPr>
            </a:pPr>
            <a:r>
              <a:t>Zero unified developer platform.</a:t>
            </a:r>
          </a:p>
          <a:p>
            <a:pPr>
              <a:spcAft>
                <a:spcPts val="1200"/>
              </a:spcAft>
              <a:defRPr sz="2400" b="1">
                <a:solidFill>
                  <a:srgbClr val="1A237E"/>
                </a:solidFill>
                <a:latin typeface="Calibri"/>
              </a:defRPr>
            </a:pPr>
            <a:endParaRPr/>
          </a:p>
          <a:p>
            <a:pPr>
              <a:spcAft>
                <a:spcPts val="1200"/>
              </a:spcAft>
              <a:defRPr sz="2400" b="1">
                <a:solidFill>
                  <a:srgbClr val="1A237E"/>
                </a:solidFill>
                <a:latin typeface="Calibri"/>
              </a:defRPr>
            </a:pPr>
            <a:r>
              <a:t>QUAD makes Qualcomm the default choice</a:t>
            </a:r>
          </a:p>
          <a:p>
            <a:pPr>
              <a:spcAft>
                <a:spcPts val="1200"/>
              </a:spcAft>
              <a:defRPr sz="2400" b="1">
                <a:solidFill>
                  <a:srgbClr val="1A237E"/>
                </a:solidFill>
                <a:latin typeface="Calibri"/>
              </a:defRPr>
            </a:pPr>
            <a:r>
              <a:t>for on-device AI development.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02920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253DC"/>
                </a:solidFill>
                <a:latin typeface="Calibri"/>
              </a:defRPr>
            </a:pPr>
            <a:r>
              <a:t>pip install qualcomm-ai-toolkit &amp;&amp; quad quickstart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IoT Device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53DC"/>
                </a:solidFill>
                <a:latin typeface="Calibri"/>
              </a:defRPr>
            </a:pPr>
            <a:r>
              <a:t>Extending QUAD across the full Qualcomm IoT SoC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3253DC"/>
                </a:solidFill>
                <a:latin typeface="Calibri"/>
              </a:rPr>
              <a:t>Target SoCs: </a:t>
            </a:r>
            <a:r>
              <a:rPr sz="1500">
                <a:solidFill>
                  <a:srgbClr val="2D2D2D"/>
                </a:solidFill>
                <a:latin typeface="Calibri"/>
              </a:rPr>
              <a:t>QCS6490 (RB3 Gen 2), QCS8550, QCS8250 (RB5), QCS610, QCM2290, X75 modem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253DC"/>
                </a:solidFill>
                <a:latin typeface="Calibri"/>
              </a:rPr>
              <a:t>OS / Firmware: </a:t>
            </a:r>
            <a:r>
              <a:rPr sz="1500">
                <a:solidFill>
                  <a:srgbClr val="2D2D2D"/>
                </a:solidFill>
                <a:latin typeface="Calibri"/>
              </a:rPr>
              <a:t>Yocto meta-qcom, Qualcomm Linux, Zephyr / FreeRTOS, U-Boot, TF-A, OP-TEE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253DC"/>
                </a:solidFill>
                <a:latin typeface="Calibri"/>
              </a:rPr>
              <a:t>Connectivity: </a:t>
            </a:r>
            <a:r>
              <a:rPr sz="1500">
                <a:solidFill>
                  <a:srgbClr val="2D2D2D"/>
                </a:solidFill>
                <a:latin typeface="Calibri"/>
              </a:rPr>
              <a:t>BlueZ, OpenThread, Matter 1.4, hostapd, ModemManager (NB-IoT, LTE-M, 5G)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253DC"/>
                </a:solidFill>
                <a:latin typeface="Calibri"/>
              </a:rPr>
              <a:t>IoT protocols: </a:t>
            </a:r>
            <a:r>
              <a:rPr sz="1500">
                <a:solidFill>
                  <a:srgbClr val="2D2D2D"/>
                </a:solidFill>
                <a:latin typeface="Calibri"/>
              </a:rPr>
              <a:t>MQTT (Mosquitto / paho), CoAP (libcoap / aiocoap), LwM2M (Anjay), OPC-UA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253DC"/>
                </a:solidFill>
                <a:latin typeface="Calibri"/>
              </a:rPr>
              <a:t>Cloud + OTA: </a:t>
            </a:r>
            <a:r>
              <a:rPr sz="1500">
                <a:solidFill>
                  <a:srgbClr val="2D2D2D"/>
                </a:solidFill>
                <a:latin typeface="Calibri"/>
              </a:rPr>
              <a:t>AWS IoT v2, azure-iot-device, Greengrass, IoT Edge, Mender, RAUC, SWUpdate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253DC"/>
                </a:solidFill>
                <a:latin typeface="Calibri"/>
              </a:rPr>
              <a:t>Edge AI runtime: </a:t>
            </a:r>
            <a:r>
              <a:rPr sz="1500">
                <a:solidFill>
                  <a:srgbClr val="2D2D2D"/>
                </a:solidFill>
                <a:latin typeface="Calibri"/>
              </a:rPr>
              <a:t>QNN / QAIRT 2.x, SNPE 2.x, Hexagon SDK 5, AIMET, Qualcomm AI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91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Full catalogue: docs/IOT_DEPENDENCIES.xlsx — 111 components across 14 categories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22960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rPr dirty="0"/>
              <a:t>Thank You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endParaRPr dirty="0"/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rPr dirty="0"/>
              <a:t>QUAD — The </a:t>
            </a:r>
            <a:r>
              <a:rPr lang="en-US" dirty="0"/>
              <a:t>Agent for Developers for</a:t>
            </a:r>
            <a:r>
              <a:rPr dirty="0"/>
              <a:t> Qualcomm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endParaRPr dirty="0"/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github.qualcomm.com</a:t>
            </a:r>
            <a:r>
              <a:rPr dirty="0"/>
              <a:t>/</a:t>
            </a:r>
            <a:r>
              <a:rPr dirty="0" err="1"/>
              <a:t>pavanr</a:t>
            </a:r>
            <a:r>
              <a:rPr dirty="0"/>
              <a:t>/QUAD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08f6f869-1ed0-46b3-a227-1d3e52347e28}" enabled="1" method="Standard" siteId="{98e9ba89-e1a1-4e38-9007-8bdabc25de1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662</Words>
  <Application>Microsoft Macintosh PowerPoint</Application>
  <PresentationFormat>Widescreen</PresentationFormat>
  <Paragraphs>143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Pavan Rudravaram</cp:lastModifiedBy>
  <cp:revision>2</cp:revision>
  <dcterms:created xsi:type="dcterms:W3CDTF">2013-01-27T09:14:16Z</dcterms:created>
  <dcterms:modified xsi:type="dcterms:W3CDTF">2026-05-03T15:58:08Z</dcterms:modified>
  <cp:category/>
</cp:coreProperties>
</file>