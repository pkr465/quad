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8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AABBFF"/>
                </a:solidFill>
                <a:latin typeface="Calibri"/>
              </a:defRPr>
            </a:pPr>
            <a:r>
              <a:t>Qualcomm Unified Agent 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CCDDFF"/>
                </a:solidFill>
                <a:latin typeface="Calibri"/>
              </a:defRPr>
            </a:pPr>
            <a:r>
              <a:rPr dirty="0"/>
              <a:t>The </a:t>
            </a:r>
            <a:r>
              <a:rPr lang="en-US" dirty="0"/>
              <a:t>CUDA Killer</a:t>
            </a:r>
            <a:r>
              <a:rPr dirty="0"/>
              <a:t> </a:t>
            </a:r>
            <a:r>
              <a:rPr lang="en-US" dirty="0"/>
              <a:t>from</a:t>
            </a:r>
            <a:r>
              <a:rPr dirty="0"/>
              <a:t> Qualcomm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8899CC"/>
                </a:solidFill>
                <a:latin typeface="Calibri"/>
              </a:defRPr>
            </a:pPr>
            <a:r>
              <a:t>Executive Pitch  |  May 2026  |  Qualcomm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  <a:p>
            <a:pPr>
              <a:defRPr sz="1600">
                <a:solidFill>
                  <a:srgbClr val="CCDDFF"/>
                </a:solidFill>
              </a:defRPr>
            </a:pPr>
            <a:r>
              <a:t>Developer Friction is Killing Qualcomm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SDK Sprawl</a:t>
            </a:r>
            <a:r>
              <a:rPr sz="1600">
                <a:solidFill>
                  <a:srgbClr val="2D2D2D"/>
                </a:solidFill>
              </a:rPr>
              <a:t>  —  5 SDKs (QNN, SNPE, Hexagon, Adreno, AIMET) — separate install, API, docs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Manual Profiling</a:t>
            </a:r>
            <a:r>
              <a:rPr sz="1600">
                <a:solidFill>
                  <a:srgbClr val="2D2D2D"/>
                </a:solidFill>
              </a:rPr>
              <a:t>  —  Launch 3+ profiling tools separately for CPU/GPU/NPU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Platform Fragmentation</a:t>
            </a:r>
            <a:r>
              <a:rPr sz="1600">
                <a:solidFill>
                  <a:srgbClr val="2D2D2D"/>
                </a:solidFill>
              </a:rPr>
              <a:t>  —  Different workflows per chipset (Windows vs Android vs IoT)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Days-Long Setup</a:t>
            </a:r>
            <a:r>
              <a:rPr sz="1600">
                <a:solidFill>
                  <a:srgbClr val="2D2D2D"/>
                </a:solidFill>
              </a:rPr>
              <a:t>  —  TTFI takes days due to environment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Solution</a:t>
            </a:r>
          </a:p>
          <a:p>
            <a:pPr>
              <a:defRPr sz="1600">
                <a:solidFill>
                  <a:srgbClr val="CCDDFF"/>
                </a:solidFill>
              </a:defRPr>
            </a:pPr>
            <a:r>
              <a:t>One Platform. All Qualcomm Silicon.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3/13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CUDA Equivalent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 — DevX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CLI + IDE + AI Agent (MCP)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 (unique)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 — Serve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Inference Server + Model Zoo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Triton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—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Graph Fusion +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TensorRT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— Libraries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QualcommDNN + QualcommBLAS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cuDNN + cuBLAS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—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Device + Tensor + Model +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CUDA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 — Compiler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QUAD IR + Portable Binary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nvcc + PTX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 —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CPU + GPU + 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GPU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Why Now</a:t>
            </a:r>
          </a:p>
          <a:p>
            <a:pPr>
              <a:defRPr sz="1600">
                <a:solidFill>
                  <a:srgbClr val="CCDDFF"/>
                </a:solidFill>
              </a:defRPr>
            </a:pPr>
            <a:r>
              <a:t>The Market Window is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45 TOPS NPUs</a:t>
            </a:r>
            <a:r>
              <a:rPr sz="1800">
                <a:solidFill>
                  <a:srgbClr val="2D2D2D"/>
                </a:solidFill>
              </a:rPr>
              <a:t>  —  Match data center accelerators for inference workloads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On-Device AI Explosion</a:t>
            </a:r>
            <a:r>
              <a:rPr sz="1800">
                <a:solidFill>
                  <a:srgbClr val="2D2D2D"/>
                </a:solidFill>
              </a:rPr>
              <a:t>  —  Privacy + latency + offline → Qualcomm owns this space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NVIDIA Has No Edge</a:t>
            </a:r>
            <a:r>
              <a:rPr sz="1800">
                <a:solidFill>
                  <a:srgbClr val="2D2D2D"/>
                </a:solidFill>
              </a:rPr>
              <a:t>  —  But developers still default to CUDA due to tooling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A237E"/>
                </a:solidFill>
                <a:latin typeface="Calibri"/>
              </a:defRPr>
            </a:pPr>
            <a:r>
              <a:t>"Qualcomm ships 3+ BILLION SoCs/year. CUDA reaches millions. QUAD reaches billions."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What We Built</a:t>
            </a:r>
            <a:r>
              <a:rPr lang="en-US" dirty="0"/>
              <a:t> So FAR</a:t>
            </a:r>
            <a:endParaRPr dirty="0"/>
          </a:p>
          <a:p>
            <a:pPr>
              <a:defRPr sz="1600">
                <a:solidFill>
                  <a:srgbClr val="CCDDFF"/>
                </a:solidFill>
              </a:defRPr>
            </a:pPr>
            <a:r>
              <a:rPr dirty="0"/>
              <a:t>Feature-Complete Platform (Mock Mode)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253DC"/>
                </a:solidFill>
                <a:latin typeface="Calibri"/>
              </a:defRPr>
            </a:pPr>
            <a:r>
              <a:t>2002 Tests  |  120+ Modules  |  30+ Templates  |  25,000+ 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31310"/>
              </p:ext>
            </p:extLst>
          </p:nvPr>
        </p:nvGraphicFramePr>
        <p:xfrm>
          <a:off x="731520" y="22860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25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Profiler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Kernels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UDO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PSNPE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Adapters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Codegen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dirty="0"/>
                        <a:t>Utils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Where QUAD Wins</a:t>
            </a:r>
          </a:p>
          <a:p>
            <a:pPr>
              <a:defRPr sz="1600">
                <a:solidFill>
                  <a:srgbClr val="CCDDFF"/>
                </a:solidFill>
              </a:defRPr>
            </a:pPr>
            <a:r>
              <a:t>vs NVIDIA CUDA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6/13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CUDA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QUAD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 center /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Edge / Mobile / AI PC / IoT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GPU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CPU + GPU + NPU (heterogeneous)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300-700W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1-15W (20x better perf/watt)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Millions of GPUs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Billions of SoCs worldwide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Differentiator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Raw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Performance-per-watt + AI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Developer UX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Manual SDK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Natural language (MCP)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What CUDA Can Never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Power-Aware Computing</a:t>
            </a:r>
            <a:r>
              <a:rPr sz="1600">
                <a:solidFill>
                  <a:srgbClr val="2D2D2D"/>
                </a:solidFill>
              </a:rPr>
              <a:t>  —  Every API accepts power budget. Battery life is a feature.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AI Agent (MCP)</a:t>
            </a:r>
            <a:r>
              <a:rPr sz="1600">
                <a:solidFill>
                  <a:srgbClr val="2D2D2D"/>
                </a:solidFill>
              </a:rPr>
              <a:t>  —  "Convert to INT8 and deploy to phone" → production code in seconds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Heterogeneous Orchestration</a:t>
            </a:r>
            <a:r>
              <a:rPr sz="1600">
                <a:solidFill>
                  <a:srgbClr val="2D2D2D"/>
                </a:solidFill>
              </a:rPr>
              <a:t>  —  CPU+GPU+NPU allocation in one call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Edge-Native</a:t>
            </a:r>
            <a:r>
              <a:rPr sz="1600">
                <a:solidFill>
                  <a:srgbClr val="2D2D2D"/>
                </a:solidFill>
              </a:rPr>
              <a:t>  —  Designed for 1-15W with thermal-aware scheduling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8/13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325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TTFI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&lt; 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Q3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Developer NPS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≥ 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Q4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pip install →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Q2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StackOverflow questions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&gt; 1,000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Q4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 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100+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Q3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Enterprise deployments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≥ 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Q1 2027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1. SDK Documentation</a:t>
            </a:r>
            <a:r>
              <a:rPr sz="1800">
                <a:solidFill>
                  <a:srgbClr val="2D2D2D"/>
                </a:solidFill>
              </a:rPr>
              <a:t>  —  Unblocks real adapter in 2-3 days per SDK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2. Hardware (4 device classes)  —  Snapdragon X Elite, Snapdragon 8 Elite, Arduino UNO Q, Qualcomm IoT SoC kit (RB3 Gen 2 / RB5 / QCS6490)</a:t>
            </a:r>
            <a:r>
              <a:rPr sz="18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3. Engineering (12-15 people)</a:t>
            </a:r>
            <a:r>
              <a:rPr sz="1800">
                <a:solidFill>
                  <a:srgbClr val="2D2D2D"/>
                </a:solidFill>
              </a:rPr>
              <a:t>  —  12 months to CUDA parity; differentiators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Phase 1 (now): SDK docs → real adapter  |  Phase 2: expand team  |  Phase 3: community launch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Live Demo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A237E"/>
                </a:solidFill>
                <a:latin typeface="Calibri"/>
              </a:rPr>
              <a:t>Mock Mode (today)  —  ./install.sh → 2002 tests pass, all tools functional</a:t>
            </a:r>
            <a:r>
              <a:rPr sz="170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A237E"/>
                </a:solidFill>
                <a:latin typeface="Calibri"/>
              </a:rPr>
              <a:t>Claude Code</a:t>
            </a:r>
            <a:r>
              <a:rPr sz="1700">
                <a:solidFill>
                  <a:srgbClr val="2D2D2D"/>
                </a:solidFill>
              </a:rPr>
              <a:t>  —  Open project → QUAD MCP auto-detected → natural language AI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A237E"/>
                </a:solidFill>
                <a:latin typeface="Calibri"/>
              </a:rPr>
              <a:t>Full Pipeline</a:t>
            </a:r>
            <a:r>
              <a:rPr sz="1700">
                <a:solidFill>
                  <a:srgbClr val="2D2D2D"/>
                </a:solidFill>
              </a:rPr>
              <a:t>  —  quad quickstart → detect → compile → profile → 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007BC0"/>
                </a:solidFill>
                <a:latin typeface="Calibri"/>
              </a:defRPr>
            </a:pPr>
            <a:r>
              <a:t>git clone git@github.qualcomm.com:pavanr/QUAD.git &amp;&amp; cd QUAD</a:t>
            </a:r>
          </a:p>
          <a:p>
            <a:pPr>
              <a:spcAft>
                <a:spcPts val="1200"/>
              </a:spcAft>
              <a:defRPr sz="1400" b="0">
                <a:solidFill>
                  <a:srgbClr val="007BC0"/>
                </a:solidFill>
                <a:latin typeface="Calibri"/>
              </a:defRPr>
            </a:pPr>
            <a:r>
              <a:t>./install.sh &amp;&amp; source activate.sh &amp;&amp; quad quickstart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A237E"/>
                </a:solidFill>
                <a:latin typeface="Calibri"/>
              </a:defRPr>
            </a:pPr>
            <a:r>
              <a:t>3 billion Qualcomm SoCs per year.</a:t>
            </a:r>
          </a:p>
          <a:p>
            <a:pPr>
              <a:spcAft>
                <a:spcPts val="1200"/>
              </a:spcAft>
              <a:defRPr sz="2400" b="1">
                <a:solidFill>
                  <a:srgbClr val="1A237E"/>
                </a:solidFill>
                <a:latin typeface="Calibri"/>
              </a:defRPr>
            </a:pPr>
            <a:r>
              <a:t>Zero unified developer platform.</a:t>
            </a:r>
          </a:p>
          <a:p>
            <a:pPr>
              <a:spcAft>
                <a:spcPts val="1200"/>
              </a:spcAft>
              <a:defRPr sz="2400" b="1">
                <a:solidFill>
                  <a:srgbClr val="1A237E"/>
                </a:solidFill>
                <a:latin typeface="Calibri"/>
              </a:defRPr>
            </a:pPr>
            <a:endParaRPr/>
          </a:p>
          <a:p>
            <a:pPr>
              <a:spcAft>
                <a:spcPts val="1200"/>
              </a:spcAft>
              <a:defRPr sz="2400" b="1">
                <a:solidFill>
                  <a:srgbClr val="1A237E"/>
                </a:solidFill>
                <a:latin typeface="Calibri"/>
              </a:defRPr>
            </a:pPr>
            <a:r>
              <a:t>QUAD makes Qualcomm the default choice</a:t>
            </a:r>
          </a:p>
          <a:p>
            <a:pPr>
              <a:spcAft>
                <a:spcPts val="1200"/>
              </a:spcAft>
              <a:defRPr sz="2400" b="1">
                <a:solidFill>
                  <a:srgbClr val="1A237E"/>
                </a:solidFill>
                <a:latin typeface="Calibri"/>
              </a:defRPr>
            </a:pPr>
            <a:r>
              <a:t>for on-device AI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253DC"/>
                </a:solidFill>
                <a:latin typeface="Calibri"/>
              </a:defRPr>
            </a:pPr>
            <a:r>
              <a:t>pip install qualcomm-ai-toolkit &amp;&amp; quad quickstart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IoT Device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53DC"/>
                </a:solidFill>
                <a:latin typeface="Calibri"/>
              </a:defRPr>
            </a:pPr>
            <a:r>
              <a:t>Extending QUAD across the full Qualcomm IoT SoC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Target SoCs: </a:t>
            </a:r>
            <a:r>
              <a:rPr sz="1500">
                <a:solidFill>
                  <a:srgbClr val="2D2D2D"/>
                </a:solidFill>
                <a:latin typeface="Calibri"/>
              </a:rPr>
              <a:t>QCS6490 (RB3 Gen 2), QCS8550, QCS8250 (RB5), QCS610, QCM2290, X75 modem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OS / Firmware: </a:t>
            </a:r>
            <a:r>
              <a:rPr sz="1500">
                <a:solidFill>
                  <a:srgbClr val="2D2D2D"/>
                </a:solidFill>
                <a:latin typeface="Calibri"/>
              </a:rPr>
              <a:t>Yocto meta-qcom, Qualcomm Linux, Zephyr / FreeRTOS, U-Boot, TF-A, OP-TEE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Connectivity: </a:t>
            </a:r>
            <a:r>
              <a:rPr sz="1500">
                <a:solidFill>
                  <a:srgbClr val="2D2D2D"/>
                </a:solidFill>
                <a:latin typeface="Calibri"/>
              </a:rPr>
              <a:t>BlueZ, OpenThread, Matter 1.4, hostapd, ModemManager (NB-IoT, LTE-M, 5G)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IoT protocols: </a:t>
            </a:r>
            <a:r>
              <a:rPr sz="1500">
                <a:solidFill>
                  <a:srgbClr val="2D2D2D"/>
                </a:solidFill>
                <a:latin typeface="Calibri"/>
              </a:rPr>
              <a:t>MQTT (Mosquitto / paho), CoAP (libcoap / aiocoap), LwM2M (Anjay), OPC-UA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Cloud + OTA: </a:t>
            </a:r>
            <a:r>
              <a:rPr sz="1500">
                <a:solidFill>
                  <a:srgbClr val="2D2D2D"/>
                </a:solidFill>
                <a:latin typeface="Calibri"/>
              </a:rPr>
              <a:t>AWS IoT v2, azure-iot-device, Greengrass, IoT Edge, Mender, RAUC, SWUpdate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253DC"/>
                </a:solidFill>
                <a:latin typeface="Calibri"/>
              </a:rPr>
              <a:t>Edge AI runtime: </a:t>
            </a:r>
            <a:r>
              <a:rPr sz="1500">
                <a:solidFill>
                  <a:srgbClr val="2D2D2D"/>
                </a:solidFill>
                <a:latin typeface="Calibri"/>
              </a:rPr>
              <a:t>QNN / QAIRT 2.x, SNPE 2.x, Hexagon SDK 5, AIMET, Qualcomm AI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1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Full catalogue: docs/IOT_DEPENDENCIES.xlsx — 111 components across 14 categories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QUAD — The </a:t>
            </a:r>
            <a:r>
              <a:rPr lang="en-US" dirty="0"/>
              <a:t>Agent for Developers for</a:t>
            </a:r>
            <a:r>
              <a:rPr dirty="0"/>
              <a:t> Qualcomm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github.qualcomm.com</a:t>
            </a:r>
            <a:r>
              <a:rPr dirty="0"/>
              <a:t>/</a:t>
            </a:r>
            <a:r>
              <a:rPr dirty="0" err="1"/>
              <a:t>pavanr</a:t>
            </a:r>
            <a:r>
              <a:rPr dirty="0"/>
              <a:t>/QUAD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662</Words>
  <Application>Microsoft Macintosh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Rudravaram</cp:lastModifiedBy>
  <cp:revision>2</cp:revision>
  <dcterms:created xsi:type="dcterms:W3CDTF">2013-01-27T09:14:16Z</dcterms:created>
  <dcterms:modified xsi:type="dcterms:W3CDTF">2026-05-03T15:58:08Z</dcterms:modified>
  <cp:category/>
</cp:coreProperties>
</file>